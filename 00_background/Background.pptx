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7" r:id="rId5"/>
    <p:sldId id="25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6199"/>
    <a:srgbClr val="F0F1F4"/>
    <a:srgbClr val="F2F2F2"/>
    <a:srgbClr val="E9E8EE"/>
    <a:srgbClr val="202B44"/>
    <a:srgbClr val="E6E6E6"/>
    <a:srgbClr val="004787"/>
    <a:srgbClr val="58D9E3"/>
    <a:srgbClr val="FF8F00"/>
    <a:srgbClr val="054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2" y="144"/>
      </p:cViewPr>
      <p:guideLst>
        <p:guide orient="horz" pos="6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F21C9-1310-487A-83B4-AE88A67DCC7C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34749-2D9F-45A8-8095-9CC57B619D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86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D9AF1-4590-42A2-BB30-A66C54497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158D43-9DA3-4BE8-ABEF-D474D1FE0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A58231-27E3-42C6-868B-16652D2E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C4B38A-6836-416F-A2A6-9D3B2EDF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B5AEA-3B34-4EEE-8961-71E1AF35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87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BEC5A-6E00-484C-ABD5-A7EAF5F2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28C14F-BC00-4541-A769-9120206B0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F7290C-9299-413C-8373-E5CF72BC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403B70-9EA4-492C-861E-81CAAAD2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0BE4CD-E14F-465E-AE8C-8452F887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11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16D4E-F099-4B2C-AB98-2C6DAD1A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C23427-29B8-4EAC-9AA0-73713A263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FB6B23-90C9-4A9D-A666-D166C4D0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2D9809-A160-4A3B-B9AE-1F1838B3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171FE7-128E-4BB6-B494-7E8191D6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1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FDB60-07BE-4A7F-9979-8B26307A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16CACE-8339-47FD-B6AE-E67EE6511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A8996-1B4B-487C-B59F-1A7CCDB11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21750-241F-48E5-90AC-0A1DC380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B31A29-0B6C-4274-89B0-EC74F967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67C2A-4AB9-4481-B403-70A9CBFF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99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826A5-6EF6-4969-B791-C0F1192B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003F06-DD80-4D72-BDEB-4D148A1CF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B4173A-7928-47D2-8706-68A7C1114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0E71F2A-43A9-48CB-B151-59B476042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22890A-6856-4921-A42E-9CE0841B1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DAD889-611C-4094-90D9-340D653D5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AEEFA4E-0784-494A-BE44-392B3D8D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01C988-CE53-4DEF-8135-4561C14F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70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559B6-F436-4AC1-A053-B39B0C45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94DBE7-A1BE-476B-9359-37DDA5FE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FCD42D-A40B-4561-B4B2-B1FCA3A5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00272DE-9A05-4FE1-8BBB-8113C951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59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FCBCAF-D871-41D9-9D9B-B2B3AAB2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B76481-4105-4A2A-85DB-0026E7E1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41E293-A883-43DD-BA90-B35B6C56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974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F2AF7-400C-4258-A633-785EA573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567CE6-EAAE-4A00-A760-86D4D20D1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B0D321-466E-4351-AA60-21AFB1383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220C3-07B9-4382-A3EA-FE725024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89EA09-CD0E-4D5C-9991-329D47AA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E68C3B-FA84-45E4-A2E9-6CF2469C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3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656CF-E53B-461E-82BF-D9E15A0A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DB609D-41CD-4C8A-80AA-F531DD086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9A0ABB-C270-43B6-B72C-AB163935D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D31857-DBC7-41A7-9FAD-D89D0FA2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B2B94A-67AE-488F-B242-310B4375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B1141E-B8EF-4533-B40F-5CB5FB4B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71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ECB06-8DFB-47ED-94FD-161566B4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680793-2A88-4DAF-923F-CDDEA5F5F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B244E9-6897-4C9D-BBBE-125E33E9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C85BB0-8674-43D4-B488-0DDB26DA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491DA-8CE9-4D1E-AE21-7CB3445C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76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C1A521-AC2A-4959-9B00-4E982D8F9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08FAE0-188B-4ED0-9266-CE4B606DE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328CB5-669A-487E-8E5F-EF8F277F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6AFAB-3ADD-442A-8233-D2576F43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D26BA2-2063-4D6C-BB4E-C37EC838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07EE2B3-BD58-4C68-820B-B4D9F67B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A2D5BC-DE55-43AB-B28B-61AAA69E8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4A4DAC-37F4-4B44-8BA4-5F4174A2F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7DC1E-B2EB-42B4-B1CB-4DAF324B97E0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95B07-427B-4B75-8623-9B8740914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47DA37-784D-4E59-895E-BF05DE9B6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74812-58D3-409E-A90A-35C5B4F78F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92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D8D771A-A67E-2E2F-F8F5-A174D1F0F2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8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A1AF4A9-71A2-C4F6-0F13-C7089A60057B}"/>
              </a:ext>
            </a:extLst>
          </p:cNvPr>
          <p:cNvSpPr/>
          <p:nvPr/>
        </p:nvSpPr>
        <p:spPr>
          <a:xfrm rot="3147572">
            <a:off x="-726949" y="4063617"/>
            <a:ext cx="3579097" cy="3574817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83AD94E-FF18-AF77-15A6-D646281B4970}"/>
              </a:ext>
            </a:extLst>
          </p:cNvPr>
          <p:cNvSpPr/>
          <p:nvPr/>
        </p:nvSpPr>
        <p:spPr>
          <a:xfrm rot="2251901">
            <a:off x="10251301" y="4029002"/>
            <a:ext cx="3014397" cy="224295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E6725AA-1209-084F-86D8-61B2E484503C}"/>
              </a:ext>
            </a:extLst>
          </p:cNvPr>
          <p:cNvSpPr/>
          <p:nvPr/>
        </p:nvSpPr>
        <p:spPr>
          <a:xfrm rot="10377885">
            <a:off x="8398342" y="-1576642"/>
            <a:ext cx="3214006" cy="258410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D7BFE71-97A2-B15D-3128-EC6AF7A4C784}"/>
              </a:ext>
            </a:extLst>
          </p:cNvPr>
          <p:cNvSpPr/>
          <p:nvPr/>
        </p:nvSpPr>
        <p:spPr>
          <a:xfrm rot="9798233">
            <a:off x="266504" y="-781139"/>
            <a:ext cx="1905104" cy="1547061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B1B7CC0-3B80-3658-4355-A96931E7E160}"/>
              </a:ext>
            </a:extLst>
          </p:cNvPr>
          <p:cNvSpPr/>
          <p:nvPr/>
        </p:nvSpPr>
        <p:spPr>
          <a:xfrm>
            <a:off x="140767" y="180474"/>
            <a:ext cx="11910465" cy="6557210"/>
          </a:xfrm>
          <a:prstGeom prst="roundRect">
            <a:avLst>
              <a:gd name="adj" fmla="val 907"/>
            </a:avLst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B556561-714B-F080-6E8B-720DA208367F}"/>
              </a:ext>
            </a:extLst>
          </p:cNvPr>
          <p:cNvSpPr/>
          <p:nvPr/>
        </p:nvSpPr>
        <p:spPr>
          <a:xfrm>
            <a:off x="395187" y="1006975"/>
            <a:ext cx="3876023" cy="5558590"/>
          </a:xfrm>
          <a:prstGeom prst="roundRect">
            <a:avLst>
              <a:gd name="adj" fmla="val 184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6297484-2102-FD8F-56A4-F89A51D8653B}"/>
              </a:ext>
            </a:extLst>
          </p:cNvPr>
          <p:cNvSpPr/>
          <p:nvPr/>
        </p:nvSpPr>
        <p:spPr>
          <a:xfrm>
            <a:off x="4441657" y="1006975"/>
            <a:ext cx="7355156" cy="2533692"/>
          </a:xfrm>
          <a:prstGeom prst="roundRect">
            <a:avLst>
              <a:gd name="adj" fmla="val 261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6DA32B-BEF9-9B36-4B25-F7EF86968714}"/>
              </a:ext>
            </a:extLst>
          </p:cNvPr>
          <p:cNvSpPr/>
          <p:nvPr/>
        </p:nvSpPr>
        <p:spPr>
          <a:xfrm>
            <a:off x="4441657" y="3713929"/>
            <a:ext cx="3595438" cy="2851636"/>
          </a:xfrm>
          <a:prstGeom prst="roundRect">
            <a:avLst>
              <a:gd name="adj" fmla="val 224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FC38355-EA04-C797-57F1-71FE30DF3EB3}"/>
              </a:ext>
            </a:extLst>
          </p:cNvPr>
          <p:cNvSpPr/>
          <p:nvPr/>
        </p:nvSpPr>
        <p:spPr>
          <a:xfrm>
            <a:off x="8201375" y="3712877"/>
            <a:ext cx="3595438" cy="2851636"/>
          </a:xfrm>
          <a:prstGeom prst="roundRect">
            <a:avLst>
              <a:gd name="adj" fmla="val 224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66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D8D771A-A67E-2E2F-F8F5-A174D1F0F2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8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A1AF4A9-71A2-C4F6-0F13-C7089A60057B}"/>
              </a:ext>
            </a:extLst>
          </p:cNvPr>
          <p:cNvSpPr/>
          <p:nvPr/>
        </p:nvSpPr>
        <p:spPr>
          <a:xfrm rot="3147572">
            <a:off x="-726949" y="4063617"/>
            <a:ext cx="3579097" cy="3574817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83AD94E-FF18-AF77-15A6-D646281B4970}"/>
              </a:ext>
            </a:extLst>
          </p:cNvPr>
          <p:cNvSpPr/>
          <p:nvPr/>
        </p:nvSpPr>
        <p:spPr>
          <a:xfrm rot="2251901">
            <a:off x="10251301" y="4029002"/>
            <a:ext cx="3014397" cy="224295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E6725AA-1209-084F-86D8-61B2E484503C}"/>
              </a:ext>
            </a:extLst>
          </p:cNvPr>
          <p:cNvSpPr/>
          <p:nvPr/>
        </p:nvSpPr>
        <p:spPr>
          <a:xfrm rot="10377885">
            <a:off x="8398342" y="-1576642"/>
            <a:ext cx="3214006" cy="258410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5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D7BFE71-97A2-B15D-3128-EC6AF7A4C784}"/>
              </a:ext>
            </a:extLst>
          </p:cNvPr>
          <p:cNvSpPr/>
          <p:nvPr/>
        </p:nvSpPr>
        <p:spPr>
          <a:xfrm rot="9798233">
            <a:off x="266504" y="-781139"/>
            <a:ext cx="1905104" cy="1547061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16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B1B7CC0-3B80-3658-4355-A96931E7E160}"/>
              </a:ext>
            </a:extLst>
          </p:cNvPr>
          <p:cNvSpPr/>
          <p:nvPr/>
        </p:nvSpPr>
        <p:spPr>
          <a:xfrm>
            <a:off x="140767" y="180474"/>
            <a:ext cx="11910465" cy="6557210"/>
          </a:xfrm>
          <a:prstGeom prst="roundRect">
            <a:avLst>
              <a:gd name="adj" fmla="val 907"/>
            </a:avLst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B556561-714B-F080-6E8B-720DA208367F}"/>
              </a:ext>
            </a:extLst>
          </p:cNvPr>
          <p:cNvSpPr/>
          <p:nvPr/>
        </p:nvSpPr>
        <p:spPr>
          <a:xfrm>
            <a:off x="395187" y="1006975"/>
            <a:ext cx="2424929" cy="5558590"/>
          </a:xfrm>
          <a:prstGeom prst="roundRect">
            <a:avLst>
              <a:gd name="adj" fmla="val 26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6297484-2102-FD8F-56A4-F89A51D8653B}"/>
              </a:ext>
            </a:extLst>
          </p:cNvPr>
          <p:cNvSpPr/>
          <p:nvPr/>
        </p:nvSpPr>
        <p:spPr>
          <a:xfrm>
            <a:off x="3014713" y="1006975"/>
            <a:ext cx="8782100" cy="1009832"/>
          </a:xfrm>
          <a:prstGeom prst="roundRect">
            <a:avLst>
              <a:gd name="adj" fmla="val 684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6DA32B-BEF9-9B36-4B25-F7EF86968714}"/>
              </a:ext>
            </a:extLst>
          </p:cNvPr>
          <p:cNvSpPr/>
          <p:nvPr/>
        </p:nvSpPr>
        <p:spPr>
          <a:xfrm>
            <a:off x="3014712" y="2197281"/>
            <a:ext cx="8782099" cy="2220895"/>
          </a:xfrm>
          <a:prstGeom prst="roundRect">
            <a:avLst>
              <a:gd name="adj" fmla="val 224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FC38355-EA04-C797-57F1-71FE30DF3EB3}"/>
              </a:ext>
            </a:extLst>
          </p:cNvPr>
          <p:cNvSpPr/>
          <p:nvPr/>
        </p:nvSpPr>
        <p:spPr>
          <a:xfrm>
            <a:off x="3014711" y="4598649"/>
            <a:ext cx="4302441" cy="1966915"/>
          </a:xfrm>
          <a:prstGeom prst="roundRect">
            <a:avLst>
              <a:gd name="adj" fmla="val 224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34ADD10-C198-E9D6-2F0D-11248BBE0477}"/>
              </a:ext>
            </a:extLst>
          </p:cNvPr>
          <p:cNvSpPr/>
          <p:nvPr/>
        </p:nvSpPr>
        <p:spPr>
          <a:xfrm>
            <a:off x="7511748" y="4598649"/>
            <a:ext cx="4285064" cy="1966915"/>
          </a:xfrm>
          <a:prstGeom prst="roundRect">
            <a:avLst>
              <a:gd name="adj" fmla="val 224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0856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4882c0-df54-40f2-bb77-bc86caa82fe0">
      <Terms xmlns="http://schemas.microsoft.com/office/infopath/2007/PartnerControls"/>
    </lcf76f155ced4ddcb4097134ff3c332f>
    <TaxCatchAll xmlns="87de3a8c-fdf7-4c6c-b50a-5eba6c01947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34CE7C9453F34418684EFEBFD31E9F5" ma:contentTypeVersion="10" ma:contentTypeDescription="Crie um novo documento." ma:contentTypeScope="" ma:versionID="338a69d7e2c04af3e87432ad60ed96c3">
  <xsd:schema xmlns:xsd="http://www.w3.org/2001/XMLSchema" xmlns:xs="http://www.w3.org/2001/XMLSchema" xmlns:p="http://schemas.microsoft.com/office/2006/metadata/properties" xmlns:ns2="964882c0-df54-40f2-bb77-bc86caa82fe0" xmlns:ns3="87de3a8c-fdf7-4c6c-b50a-5eba6c019471" targetNamespace="http://schemas.microsoft.com/office/2006/metadata/properties" ma:root="true" ma:fieldsID="4227c2b3d29375021b0051316843a07b" ns2:_="" ns3:_="">
    <xsd:import namespace="964882c0-df54-40f2-bb77-bc86caa82fe0"/>
    <xsd:import namespace="87de3a8c-fdf7-4c6c-b50a-5eba6c0194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4882c0-df54-40f2-bb77-bc86caa82f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d4031c7e-23b0-4895-a8da-3135f4ad86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3a8c-fdf7-4c6c-b50a-5eba6c01947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8b0b4c5-a378-4dc2-9d06-3262c3e66763}" ma:internalName="TaxCatchAll" ma:showField="CatchAllData" ma:web="87de3a8c-fdf7-4c6c-b50a-5eba6c0194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7D2A7-14C9-4380-A977-0F2034B30F6D}">
  <ds:schemaRefs>
    <ds:schemaRef ds:uri="http://purl.org/dc/elements/1.1/"/>
    <ds:schemaRef ds:uri="http://schemas.microsoft.com/office/2006/metadata/properties"/>
    <ds:schemaRef ds:uri="964882c0-df54-40f2-bb77-bc86caa82fe0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87de3a8c-fdf7-4c6c-b50a-5eba6c01947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E3D5FC1-59FE-4197-9239-0870228B29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28A7B8-984F-4680-A3F7-C4454A53B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4882c0-df54-40f2-bb77-bc86caa82fe0"/>
    <ds:schemaRef ds:uri="87de3a8c-fdf7-4c6c-b50a-5eba6c0194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42909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Daniel Silva</cp:lastModifiedBy>
  <cp:revision>141</cp:revision>
  <dcterms:created xsi:type="dcterms:W3CDTF">2020-09-21T12:02:59Z</dcterms:created>
  <dcterms:modified xsi:type="dcterms:W3CDTF">2025-11-10T22:20:17Z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0x010100534CE7C9453F34418684EFEBFD31E9F5</vt:lpwstr>
  </property>
</Properties>
</file>